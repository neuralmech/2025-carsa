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8" r:id="rId2"/>
    <p:sldId id="5007" r:id="rId3"/>
    <p:sldId id="5008" r:id="rId4"/>
    <p:sldId id="5009" r:id="rId5"/>
    <p:sldId id="5011" r:id="rId6"/>
    <p:sldId id="5013" r:id="rId7"/>
    <p:sldId id="5012" r:id="rId8"/>
    <p:sldId id="5015" r:id="rId9"/>
  </p:sldIdLst>
  <p:sldSz cx="12192000" cy="6858000"/>
  <p:notesSz cx="6784975" cy="9918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D"/>
    <a:srgbClr val="011C39"/>
    <a:srgbClr val="E2AA54"/>
    <a:srgbClr val="00A79E"/>
    <a:srgbClr val="0C3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40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HOJUN" userId="fff0355b-1a0d-47fc-a86e-87e58666eeb0" providerId="ADAL" clId="{374BBE1A-5CEC-4177-8261-86E6B82AA3BD}"/>
    <pc:docChg chg="modSld">
      <pc:chgData name="LEEHOJUN" userId="fff0355b-1a0d-47fc-a86e-87e58666eeb0" providerId="ADAL" clId="{374BBE1A-5CEC-4177-8261-86E6B82AA3BD}" dt="2026-05-03T14:38:41.172" v="86" actId="20577"/>
      <pc:docMkLst>
        <pc:docMk/>
      </pc:docMkLst>
      <pc:sldChg chg="modSp mod">
        <pc:chgData name="LEEHOJUN" userId="fff0355b-1a0d-47fc-a86e-87e58666eeb0" providerId="ADAL" clId="{374BBE1A-5CEC-4177-8261-86E6B82AA3BD}" dt="2026-05-03T14:38:27.198" v="65" actId="20577"/>
        <pc:sldMkLst>
          <pc:docMk/>
          <pc:sldMk cId="690438633" sldId="258"/>
        </pc:sldMkLst>
        <pc:spChg chg="mod">
          <ac:chgData name="LEEHOJUN" userId="fff0355b-1a0d-47fc-a86e-87e58666eeb0" providerId="ADAL" clId="{374BBE1A-5CEC-4177-8261-86E6B82AA3BD}" dt="2026-05-03T14:38:27.198" v="65" actId="20577"/>
          <ac:spMkLst>
            <pc:docMk/>
            <pc:sldMk cId="690438633" sldId="258"/>
            <ac:spMk id="5" creationId="{A21BFCED-1F4C-B3FF-B6C9-1E4E382D1FBC}"/>
          </ac:spMkLst>
        </pc:spChg>
      </pc:sldChg>
      <pc:sldChg chg="modSp mod">
        <pc:chgData name="LEEHOJUN" userId="fff0355b-1a0d-47fc-a86e-87e58666eeb0" providerId="ADAL" clId="{374BBE1A-5CEC-4177-8261-86E6B82AA3BD}" dt="2026-05-03T14:38:41.172" v="86" actId="20577"/>
        <pc:sldMkLst>
          <pc:docMk/>
          <pc:sldMk cId="3703835348" sldId="5007"/>
        </pc:sldMkLst>
        <pc:spChg chg="mod">
          <ac:chgData name="LEEHOJUN" userId="fff0355b-1a0d-47fc-a86e-87e58666eeb0" providerId="ADAL" clId="{374BBE1A-5CEC-4177-8261-86E6B82AA3BD}" dt="2026-05-03T14:38:41.172" v="86" actId="20577"/>
          <ac:spMkLst>
            <pc:docMk/>
            <pc:sldMk cId="3703835348" sldId="5007"/>
            <ac:spMk id="29" creationId="{84B02B94-CD17-BA1B-9049-5A82E9F077E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3249" y="0"/>
            <a:ext cx="2940156" cy="4976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75D99-2468-4EBB-9DB8-38DEF8041CBD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39838"/>
            <a:ext cx="5949950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498" y="4773374"/>
            <a:ext cx="5427980" cy="3905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3249" y="9421044"/>
            <a:ext cx="2940156" cy="4976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3E1658-BCCA-4719-9E47-FC30EF94A9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4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23585-EE74-0A9E-D6AB-D9BFEAA87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5E0EBE-923B-87F2-B055-BFCD2D415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765538-EF18-5BD4-6543-24A60CA78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32269-10A0-3927-6A43-586FACFE1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86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9467-D305-92BC-4B50-3C694D0B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F51E93-574B-342D-CD8D-1A9170996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BDB94E-5C53-D22B-CF24-1D2890E9A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BC2B5-E6EA-2DE2-4D13-5483A49D2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49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C3EC-05B5-0F36-709E-D75A72F2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573B71-9113-8B7D-7D92-78B83A9921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671638-DBB6-6E69-CCBD-55EA703D3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5F179-A72F-0ECA-B132-17FD17642B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8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AAE3-68CA-5121-113E-5C974A1D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6851A9-E651-4773-73F6-04732D350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F2690-E14C-6543-B101-08DC07EDC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15888-41DA-621B-6058-99DD596EB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146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E3E90-EFA4-3DF4-93A4-BB728373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722C45-33E4-B205-8FF6-18654FEBF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902ACA-AF3C-DEB9-FB4D-7F99556AC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D83C44-C0F3-001C-8DC9-157E78130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088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95ED-6D52-B5F0-007A-C02400978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3BAF44-11D8-2F57-93AA-C489EF95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ABBE9-D30A-D90C-28C1-D331533CE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9CC487-8879-6B00-EB64-7708FA3D8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261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5340-1E92-10BE-0E76-92D7ACDD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70A13E-D2EB-DEBB-1E99-9B886B4A0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9A745F-620F-5D44-A508-16728A06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821F-AD77-7F14-A49F-958CF6D5F4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E1658-BCCA-4719-9E47-FC30EF94A9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9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엠블럼, 로고, 등록 상표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960948F-FC9F-356E-6367-04AD67775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288" y="611069"/>
            <a:ext cx="5956669" cy="5956669"/>
          </a:xfrm>
          <a:prstGeom prst="rect">
            <a:avLst/>
          </a:prstGeom>
        </p:spPr>
      </p:pic>
      <p:pic>
        <p:nvPicPr>
          <p:cNvPr id="8" name="그림 7" descr="폰트, 그래픽, 그래픽 디자인, 상징이(가) 표시된 사진&#10;&#10;자동 생성된 설명">
            <a:extLst>
              <a:ext uri="{FF2B5EF4-FFF2-40B4-BE49-F238E27FC236}">
                <a16:creationId xmlns:a16="http://schemas.microsoft.com/office/drawing/2014/main" id="{615D6420-F0D2-499C-F0AD-E008D1FB01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557" y="857901"/>
            <a:ext cx="1911916" cy="409944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80A9495-90D1-4279-63B4-E2AE8AF44AC5}"/>
              </a:ext>
            </a:extLst>
          </p:cNvPr>
          <p:cNvCxnSpPr>
            <a:cxnSpLocks/>
          </p:cNvCxnSpPr>
          <p:nvPr userDrawn="1"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9D4FBEC-EF6C-1472-18C6-3DDF689CD58B}"/>
              </a:ext>
            </a:extLst>
          </p:cNvPr>
          <p:cNvCxnSpPr>
            <a:cxnSpLocks/>
          </p:cNvCxnSpPr>
          <p:nvPr userDrawn="1"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52CDAED-F613-6F5E-BDE5-08C741A94BFB}"/>
              </a:ext>
            </a:extLst>
          </p:cNvPr>
          <p:cNvGrpSpPr/>
          <p:nvPr userDrawn="1"/>
        </p:nvGrpSpPr>
        <p:grpSpPr>
          <a:xfrm>
            <a:off x="454891" y="721543"/>
            <a:ext cx="1988763" cy="682660"/>
            <a:chOff x="7608025" y="899246"/>
            <a:chExt cx="2860550" cy="981908"/>
          </a:xfrm>
        </p:grpSpPr>
        <p:pic>
          <p:nvPicPr>
            <p:cNvPr id="12" name="그림 11" descr="엠블럼, 로고, 등록 상표, 상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13316F6F-3777-19D6-62BA-DC9BB4C227BD}"/>
                </a:ext>
              </a:extLst>
            </p:cNvPr>
            <p:cNvPicPr/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8025" y="899246"/>
              <a:ext cx="981908" cy="98190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913F4D-A041-BB39-D291-B741B216ADEE}"/>
                </a:ext>
              </a:extLst>
            </p:cNvPr>
            <p:cNvSpPr txBox="1">
              <a:spLocks/>
            </p:cNvSpPr>
            <p:nvPr/>
          </p:nvSpPr>
          <p:spPr>
            <a:xfrm>
              <a:off x="8426726" y="997201"/>
              <a:ext cx="2041849" cy="503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011C39"/>
                  </a:solidFill>
                  <a:latin typeface="Bahnschrift" panose="020B0502040204020203" pitchFamily="34" charset="0"/>
                </a:rPr>
                <a:t>Team-Apollo</a:t>
              </a:r>
              <a:endParaRPr lang="ko-KR" altLang="en-US" b="1" dirty="0">
                <a:solidFill>
                  <a:srgbClr val="011C3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74C29F-3CB3-E7E7-DB77-38F01E36F831}"/>
                </a:ext>
              </a:extLst>
            </p:cNvPr>
            <p:cNvSpPr txBox="1"/>
            <p:nvPr/>
          </p:nvSpPr>
          <p:spPr>
            <a:xfrm>
              <a:off x="8531778" y="1392762"/>
              <a:ext cx="1882294" cy="2937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rgbClr val="011C39"/>
                  </a:solidFill>
                  <a:latin typeface="Bahnschrift" panose="020B0502040204020203" pitchFamily="34" charset="0"/>
                </a:rPr>
                <a:t>Autonomous Racing Team</a:t>
              </a:r>
              <a:endParaRPr lang="ko-KR" altLang="en-US" sz="800" dirty="0">
                <a:solidFill>
                  <a:srgbClr val="011C39"/>
                </a:solidFill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07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01EFEE8-C78A-199E-8935-368D1E092E22}"/>
              </a:ext>
            </a:extLst>
          </p:cNvPr>
          <p:cNvCxnSpPr>
            <a:cxnSpLocks/>
          </p:cNvCxnSpPr>
          <p:nvPr userDrawn="1"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6CCD4D3-C358-E8C2-C0D9-49CC1AD4835C}"/>
              </a:ext>
            </a:extLst>
          </p:cNvPr>
          <p:cNvCxnSpPr>
            <a:cxnSpLocks/>
          </p:cNvCxnSpPr>
          <p:nvPr userDrawn="1"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09363AA0-3E5F-6E1D-D694-8FD3C7560778}"/>
              </a:ext>
            </a:extLst>
          </p:cNvPr>
          <p:cNvGrpSpPr/>
          <p:nvPr userDrawn="1"/>
        </p:nvGrpSpPr>
        <p:grpSpPr>
          <a:xfrm>
            <a:off x="9452056" y="0"/>
            <a:ext cx="2243848" cy="720148"/>
            <a:chOff x="7608025" y="899246"/>
            <a:chExt cx="3059444" cy="981908"/>
          </a:xfrm>
        </p:grpSpPr>
        <p:pic>
          <p:nvPicPr>
            <p:cNvPr id="10" name="그림 9" descr="엠블럼, 로고, 등록 상표, 상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E3FE94C1-D22C-5014-3F5A-437E07448FD9}"/>
                </a:ext>
              </a:extLst>
            </p:cNvPr>
            <p:cNvPicPr/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8025" y="899246"/>
              <a:ext cx="981908" cy="98190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8F7B07-3F3E-503D-AF7B-45E784AB1889}"/>
                </a:ext>
              </a:extLst>
            </p:cNvPr>
            <p:cNvSpPr txBox="1">
              <a:spLocks/>
            </p:cNvSpPr>
            <p:nvPr/>
          </p:nvSpPr>
          <p:spPr>
            <a:xfrm>
              <a:off x="8426726" y="997201"/>
              <a:ext cx="2240743" cy="545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011C39"/>
                  </a:solidFill>
                  <a:latin typeface="Bahnschrift" panose="020B0502040204020203" pitchFamily="34" charset="0"/>
                </a:rPr>
                <a:t>Team-Apollo</a:t>
              </a:r>
              <a:endParaRPr lang="ko-KR" altLang="en-US" sz="2000" b="1" dirty="0">
                <a:solidFill>
                  <a:srgbClr val="011C3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DD80D4-D4F0-4C38-66A1-E28007845EBB}"/>
                </a:ext>
              </a:extLst>
            </p:cNvPr>
            <p:cNvSpPr txBox="1"/>
            <p:nvPr/>
          </p:nvSpPr>
          <p:spPr>
            <a:xfrm>
              <a:off x="8531778" y="1392762"/>
              <a:ext cx="2079002" cy="314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011C39"/>
                  </a:solidFill>
                  <a:latin typeface="Bahnschrift" panose="020B0502040204020203" pitchFamily="34" charset="0"/>
                </a:rPr>
                <a:t>Autonomous Racing Team</a:t>
              </a:r>
              <a:endParaRPr lang="ko-KR" altLang="en-US" sz="900" dirty="0">
                <a:solidFill>
                  <a:srgbClr val="011C39"/>
                </a:solidFill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453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29D45A5-2222-12A5-3A43-C4509072E3B4}"/>
              </a:ext>
            </a:extLst>
          </p:cNvPr>
          <p:cNvGrpSpPr/>
          <p:nvPr userDrawn="1"/>
        </p:nvGrpSpPr>
        <p:grpSpPr>
          <a:xfrm>
            <a:off x="9452056" y="0"/>
            <a:ext cx="2243848" cy="720148"/>
            <a:chOff x="7608025" y="899246"/>
            <a:chExt cx="3059444" cy="981908"/>
          </a:xfrm>
        </p:grpSpPr>
        <p:pic>
          <p:nvPicPr>
            <p:cNvPr id="7" name="그림 6" descr="엠블럼, 로고, 등록 상표, 상징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6A150D8A-2864-65A6-5376-840066EA8AE8}"/>
                </a:ext>
              </a:extLst>
            </p:cNvPr>
            <p:cNvPicPr/>
            <p:nvPr/>
          </p:nvPicPr>
          <p:blipFill>
            <a:blip r:embed="rId2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8025" y="899246"/>
              <a:ext cx="981908" cy="98190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140106-8B66-4EA9-6FE5-76E505D2D23B}"/>
                </a:ext>
              </a:extLst>
            </p:cNvPr>
            <p:cNvSpPr txBox="1">
              <a:spLocks/>
            </p:cNvSpPr>
            <p:nvPr/>
          </p:nvSpPr>
          <p:spPr>
            <a:xfrm>
              <a:off x="8426726" y="997201"/>
              <a:ext cx="2240743" cy="5455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rgbClr val="011C39"/>
                  </a:solidFill>
                  <a:latin typeface="Bahnschrift" panose="020B0502040204020203" pitchFamily="34" charset="0"/>
                </a:rPr>
                <a:t>Team-Apollo</a:t>
              </a:r>
              <a:endParaRPr lang="ko-KR" altLang="en-US" sz="2000" b="1" dirty="0">
                <a:solidFill>
                  <a:srgbClr val="011C39"/>
                </a:solidFill>
                <a:latin typeface="Bahnschrift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29211E-6652-7EFE-8ABE-C81A5D0C2849}"/>
                </a:ext>
              </a:extLst>
            </p:cNvPr>
            <p:cNvSpPr txBox="1"/>
            <p:nvPr/>
          </p:nvSpPr>
          <p:spPr>
            <a:xfrm>
              <a:off x="8531778" y="1392762"/>
              <a:ext cx="2079002" cy="314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solidFill>
                    <a:srgbClr val="011C39"/>
                  </a:solidFill>
                  <a:latin typeface="Bahnschrift" panose="020B0502040204020203" pitchFamily="34" charset="0"/>
                </a:rPr>
                <a:t>Autonomous Racing Team</a:t>
              </a:r>
              <a:endParaRPr lang="ko-KR" altLang="en-US" sz="900" dirty="0">
                <a:solidFill>
                  <a:srgbClr val="011C39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F0DBE87-4E7F-4282-EA0D-AD759C7CD9B9}"/>
              </a:ext>
            </a:extLst>
          </p:cNvPr>
          <p:cNvGrpSpPr>
            <a:grpSpLocks/>
          </p:cNvGrpSpPr>
          <p:nvPr userDrawn="1"/>
        </p:nvGrpSpPr>
        <p:grpSpPr>
          <a:xfrm>
            <a:off x="489526" y="694142"/>
            <a:ext cx="11212946" cy="0"/>
            <a:chOff x="443346" y="711200"/>
            <a:chExt cx="11212946" cy="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B1A421FC-EB8A-BADA-8828-BEE2B0F25C95}"/>
                </a:ext>
              </a:extLst>
            </p:cNvPr>
            <p:cNvCxnSpPr>
              <a:cxnSpLocks/>
            </p:cNvCxnSpPr>
            <p:nvPr/>
          </p:nvCxnSpPr>
          <p:spPr>
            <a:xfrm>
              <a:off x="443346" y="711200"/>
              <a:ext cx="3583709" cy="0"/>
            </a:xfrm>
            <a:prstGeom prst="line">
              <a:avLst/>
            </a:prstGeom>
            <a:ln w="57150">
              <a:solidFill>
                <a:srgbClr val="011C3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3A0EBAB-F167-9651-F5A0-7D2FB9300972}"/>
                </a:ext>
              </a:extLst>
            </p:cNvPr>
            <p:cNvCxnSpPr>
              <a:cxnSpLocks/>
            </p:cNvCxnSpPr>
            <p:nvPr/>
          </p:nvCxnSpPr>
          <p:spPr>
            <a:xfrm>
              <a:off x="4027055" y="711200"/>
              <a:ext cx="7629237" cy="0"/>
            </a:xfrm>
            <a:prstGeom prst="line">
              <a:avLst/>
            </a:prstGeom>
            <a:ln w="57150">
              <a:solidFill>
                <a:srgbClr val="7B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슬라이드 번호 개체 틀 5">
            <a:extLst>
              <a:ext uri="{FF2B5EF4-FFF2-40B4-BE49-F238E27FC236}">
                <a16:creationId xmlns:a16="http://schemas.microsoft.com/office/drawing/2014/main" id="{EB1D0CCD-28BF-93A5-AF6A-3A6B5D660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364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47DD3-7BAD-4B9A-BCE8-89852004B1D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834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30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8BB0F-90E7-1CF7-EEF5-91616FEE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07346B1-DE9E-6939-AF1C-48FB4B3E6D44}"/>
              </a:ext>
            </a:extLst>
          </p:cNvPr>
          <p:cNvSpPr>
            <a:spLocks/>
          </p:cNvSpPr>
          <p:nvPr/>
        </p:nvSpPr>
        <p:spPr>
          <a:xfrm>
            <a:off x="1167824" y="1579418"/>
            <a:ext cx="4610954" cy="4019972"/>
          </a:xfrm>
          <a:prstGeom prst="rect">
            <a:avLst/>
          </a:prstGeom>
          <a:solidFill>
            <a:srgbClr val="011C3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BFCED-1F4C-B3FF-B6C9-1E4E382D1FBC}"/>
              </a:ext>
            </a:extLst>
          </p:cNvPr>
          <p:cNvSpPr txBox="1"/>
          <p:nvPr/>
        </p:nvSpPr>
        <p:spPr>
          <a:xfrm>
            <a:off x="1244101" y="2270539"/>
            <a:ext cx="445840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&lt; Team-Apollo </a:t>
            </a:r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중간 보고서 </a:t>
            </a:r>
            <a:r>
              <a:rPr lang="en-US" altLang="ko-KR" sz="2400" b="1" dirty="0">
                <a:solidFill>
                  <a:schemeClr val="bg1"/>
                </a:solidFill>
                <a:latin typeface="+mj-ea"/>
                <a:ea typeface="+mj-ea"/>
              </a:rPr>
              <a:t>&gt;</a:t>
            </a:r>
          </a:p>
          <a:p>
            <a:pPr algn="ctr"/>
            <a:endParaRPr lang="en-US" altLang="ko-KR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- 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심층 학습 제어기 기반 횡방향 오차 </a:t>
            </a: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E4CACC-0918-296B-D542-078593E51FF5}"/>
              </a:ext>
            </a:extLst>
          </p:cNvPr>
          <p:cNvSpPr txBox="1"/>
          <p:nvPr/>
        </p:nvSpPr>
        <p:spPr>
          <a:xfrm>
            <a:off x="2378482" y="3661823"/>
            <a:ext cx="2189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상위 제어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en-US" altLang="ko-KR" sz="1600" b="1" dirty="0" err="1">
                <a:solidFill>
                  <a:schemeClr val="bg1"/>
                </a:solidFill>
              </a:rPr>
              <a:t>Hojun</a:t>
            </a:r>
            <a:r>
              <a:rPr lang="en-US" altLang="ko-KR" sz="1600" b="1" dirty="0">
                <a:solidFill>
                  <a:schemeClr val="bg1"/>
                </a:solidFill>
              </a:rPr>
              <a:t> Lee</a:t>
            </a:r>
            <a:endParaRPr lang="ko-KR" alt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80B49-D65C-7B19-B364-0364A5145408}"/>
              </a:ext>
            </a:extLst>
          </p:cNvPr>
          <p:cNvSpPr txBox="1"/>
          <p:nvPr/>
        </p:nvSpPr>
        <p:spPr>
          <a:xfrm>
            <a:off x="2326990" y="4499109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2025. 05. 18. [ Sun ]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438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8277D-F5CA-1913-0B97-2BFA8DBA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09B34C-3BD5-9D9B-DEAC-A2DD2311959C}"/>
              </a:ext>
            </a:extLst>
          </p:cNvPr>
          <p:cNvSpPr txBox="1"/>
          <p:nvPr/>
        </p:nvSpPr>
        <p:spPr>
          <a:xfrm>
            <a:off x="2140215" y="2300993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        </a:t>
            </a:r>
            <a:r>
              <a:rPr lang="ko-KR" altLang="en-US" b="1" dirty="0"/>
              <a:t>코드 변경 사항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74835C1-A0E4-FC60-6207-C00C2F8A0033}"/>
              </a:ext>
            </a:extLst>
          </p:cNvPr>
          <p:cNvGrpSpPr/>
          <p:nvPr/>
        </p:nvGrpSpPr>
        <p:grpSpPr>
          <a:xfrm>
            <a:off x="2140215" y="2819649"/>
            <a:ext cx="3300002" cy="0"/>
            <a:chOff x="810179" y="2496543"/>
            <a:chExt cx="3300002" cy="0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CC543E2B-7E37-EEF1-2FF3-FD3DDBF33F24}"/>
                </a:ext>
              </a:extLst>
            </p:cNvPr>
            <p:cNvCxnSpPr>
              <a:cxnSpLocks/>
            </p:cNvCxnSpPr>
            <p:nvPr/>
          </p:nvCxnSpPr>
          <p:spPr>
            <a:xfrm>
              <a:off x="810179" y="2496543"/>
              <a:ext cx="1650001" cy="0"/>
            </a:xfrm>
            <a:prstGeom prst="line">
              <a:avLst/>
            </a:prstGeom>
            <a:ln w="57150">
              <a:solidFill>
                <a:srgbClr val="011C3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F9CE79C4-9809-9DC2-85F4-487BE29EF7A0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80" y="2496543"/>
              <a:ext cx="1650001" cy="0"/>
            </a:xfrm>
            <a:prstGeom prst="line">
              <a:avLst/>
            </a:prstGeom>
            <a:ln w="57150">
              <a:solidFill>
                <a:srgbClr val="7B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84B02B94-CD17-BA1B-9049-5A82E9F077E2}"/>
              </a:ext>
            </a:extLst>
          </p:cNvPr>
          <p:cNvSpPr txBox="1"/>
          <p:nvPr/>
        </p:nvSpPr>
        <p:spPr>
          <a:xfrm>
            <a:off x="2140215" y="4012745"/>
            <a:ext cx="297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3.         </a:t>
            </a:r>
            <a:r>
              <a:rPr lang="ko-KR" altLang="en-US" b="1" dirty="0"/>
              <a:t>심층 학습 및 오차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506A98D-49E6-9FE7-2C0B-460F639CC0B2}"/>
              </a:ext>
            </a:extLst>
          </p:cNvPr>
          <p:cNvGrpSpPr/>
          <p:nvPr/>
        </p:nvGrpSpPr>
        <p:grpSpPr>
          <a:xfrm>
            <a:off x="2140215" y="4531401"/>
            <a:ext cx="3300002" cy="0"/>
            <a:chOff x="810179" y="2496543"/>
            <a:chExt cx="3300002" cy="0"/>
          </a:xfrm>
        </p:grpSpPr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B61B834-4AC5-83E3-3216-81E0800DDBBF}"/>
                </a:ext>
              </a:extLst>
            </p:cNvPr>
            <p:cNvCxnSpPr>
              <a:cxnSpLocks/>
            </p:cNvCxnSpPr>
            <p:nvPr/>
          </p:nvCxnSpPr>
          <p:spPr>
            <a:xfrm>
              <a:off x="810179" y="2496543"/>
              <a:ext cx="1650001" cy="0"/>
            </a:xfrm>
            <a:prstGeom prst="line">
              <a:avLst/>
            </a:prstGeom>
            <a:ln w="57150">
              <a:solidFill>
                <a:srgbClr val="011C3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6F6511E4-8A70-9CFC-BC69-9A1E69C459C5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80" y="2496543"/>
              <a:ext cx="1650001" cy="0"/>
            </a:xfrm>
            <a:prstGeom prst="line">
              <a:avLst/>
            </a:prstGeom>
            <a:ln w="57150">
              <a:solidFill>
                <a:srgbClr val="7B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42CC857-764C-E7DC-CE18-B952C3DD08E5}"/>
              </a:ext>
            </a:extLst>
          </p:cNvPr>
          <p:cNvSpPr txBox="1"/>
          <p:nvPr/>
        </p:nvSpPr>
        <p:spPr>
          <a:xfrm>
            <a:off x="7065529" y="2300993"/>
            <a:ext cx="18582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2.      PI</a:t>
            </a:r>
            <a:r>
              <a:rPr lang="ko-KR" altLang="en-US" b="1" dirty="0"/>
              <a:t>제어 값</a:t>
            </a:r>
          </a:p>
          <a:p>
            <a:endParaRPr lang="ko-KR" altLang="en-US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02164A8-B153-EA02-3548-4F7646A856D6}"/>
              </a:ext>
            </a:extLst>
          </p:cNvPr>
          <p:cNvGrpSpPr/>
          <p:nvPr/>
        </p:nvGrpSpPr>
        <p:grpSpPr>
          <a:xfrm>
            <a:off x="7065529" y="2819649"/>
            <a:ext cx="3300002" cy="0"/>
            <a:chOff x="810179" y="2496543"/>
            <a:chExt cx="3300002" cy="0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D286A727-EBE9-5861-D945-A4045DD65AB1}"/>
                </a:ext>
              </a:extLst>
            </p:cNvPr>
            <p:cNvCxnSpPr>
              <a:cxnSpLocks/>
            </p:cNvCxnSpPr>
            <p:nvPr/>
          </p:nvCxnSpPr>
          <p:spPr>
            <a:xfrm>
              <a:off x="810179" y="2496543"/>
              <a:ext cx="1650001" cy="0"/>
            </a:xfrm>
            <a:prstGeom prst="line">
              <a:avLst/>
            </a:prstGeom>
            <a:ln w="57150">
              <a:solidFill>
                <a:srgbClr val="011C3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298F20A8-478F-56A2-D683-DA242F3DEB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0180" y="2496543"/>
              <a:ext cx="1650001" cy="0"/>
            </a:xfrm>
            <a:prstGeom prst="line">
              <a:avLst/>
            </a:prstGeom>
            <a:ln w="57150">
              <a:solidFill>
                <a:srgbClr val="7B7B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9A96EE4-DF92-B32E-6885-3F807ED1C0A0}"/>
              </a:ext>
            </a:extLst>
          </p:cNvPr>
          <p:cNvSpPr txBox="1"/>
          <p:nvPr/>
        </p:nvSpPr>
        <p:spPr>
          <a:xfrm>
            <a:off x="975405" y="1294524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370383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A7AB-945A-ED10-B397-56D26C71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608296B-3376-0A75-6C37-B8DB76B8018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7C47EDC-79D5-C9F1-4311-5A1486F485D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904B442-F9A3-D700-20BA-7009769F7076}"/>
              </a:ext>
            </a:extLst>
          </p:cNvPr>
          <p:cNvSpPr txBox="1"/>
          <p:nvPr/>
        </p:nvSpPr>
        <p:spPr>
          <a:xfrm>
            <a:off x="489527" y="177225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        </a:t>
            </a:r>
            <a:r>
              <a:rPr lang="ko-KR" altLang="en-US" b="1" dirty="0"/>
              <a:t>코드 변경 사항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902647-AEC6-3C4D-DDC2-C1E59DA0A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9" y="1563331"/>
            <a:ext cx="10430481" cy="43475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FF63002-5C31-205D-F559-2884218DB0AA}"/>
              </a:ext>
            </a:extLst>
          </p:cNvPr>
          <p:cNvSpPr/>
          <p:nvPr/>
        </p:nvSpPr>
        <p:spPr>
          <a:xfrm>
            <a:off x="1720645" y="3519948"/>
            <a:ext cx="2094271" cy="168131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24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3FD3-3390-9DAE-B0E4-C5B9D3E4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E869412-86D2-EE9F-D786-C701F469F30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2E51C9C-000B-4C92-C64C-46EA5D6F4F2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4FB9970-7A5F-EBA7-B311-2EC9A74D1C97}"/>
              </a:ext>
            </a:extLst>
          </p:cNvPr>
          <p:cNvSpPr txBox="1"/>
          <p:nvPr/>
        </p:nvSpPr>
        <p:spPr>
          <a:xfrm>
            <a:off x="489527" y="177225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        </a:t>
            </a:r>
            <a:r>
              <a:rPr lang="ko-KR" altLang="en-US" b="1" dirty="0"/>
              <a:t>코드 변경 사항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53F3BE-894D-8DDC-1FC5-DBD88D3D2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62" y="1209365"/>
            <a:ext cx="8964276" cy="443927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C785DBD-7A1D-9A96-A21B-87F46C2D9152}"/>
              </a:ext>
            </a:extLst>
          </p:cNvPr>
          <p:cNvSpPr/>
          <p:nvPr/>
        </p:nvSpPr>
        <p:spPr>
          <a:xfrm>
            <a:off x="2595716" y="2910349"/>
            <a:ext cx="4237703" cy="13470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09E40-B660-B5ED-B096-9A1AA16F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FC2A322-A903-F2BC-B2EE-54EC4A8253F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C6E9501-6AD2-862E-77B8-82D99F25B0E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744304A-0C43-EDBF-782E-2583D460D0D8}"/>
              </a:ext>
            </a:extLst>
          </p:cNvPr>
          <p:cNvSpPr txBox="1"/>
          <p:nvPr/>
        </p:nvSpPr>
        <p:spPr>
          <a:xfrm>
            <a:off x="489527" y="177225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2.      PI</a:t>
            </a:r>
            <a:r>
              <a:rPr lang="ko-KR" altLang="en-US" b="1" dirty="0"/>
              <a:t>제어 값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8FBB74F-CE0D-486A-1B23-60644F7C7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200"/>
            <a:ext cx="12192000" cy="5689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0FB97A-2675-B844-B0EB-01E9EBC61F00}"/>
              </a:ext>
            </a:extLst>
          </p:cNvPr>
          <p:cNvSpPr txBox="1"/>
          <p:nvPr/>
        </p:nvSpPr>
        <p:spPr>
          <a:xfrm>
            <a:off x="334297" y="6927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Successful PI control results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1291F2-8B23-E457-0176-76F924CC2749}"/>
              </a:ext>
            </a:extLst>
          </p:cNvPr>
          <p:cNvSpPr txBox="1"/>
          <p:nvPr/>
        </p:nvSpPr>
        <p:spPr>
          <a:xfrm>
            <a:off x="334297" y="1099705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%% PI Controller %%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kp</a:t>
            </a:r>
            <a:r>
              <a:rPr lang="en-US" altLang="ko-KR" sz="1000" dirty="0"/>
              <a:t> = 0.096 ; % </a:t>
            </a:r>
          </a:p>
          <a:p>
            <a:r>
              <a:rPr lang="en-US" altLang="ko-KR" sz="1000" dirty="0"/>
              <a:t>ki = 0.0001 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5886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770F-B29C-3165-617A-5AEFD18A4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FDA5F93-94A9-DE8D-88D2-A81B8912D20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D02BE9C-741B-C071-9093-B9550FC4A9E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49439FA-DDD4-B9D3-01C7-A3337E2510D9}"/>
              </a:ext>
            </a:extLst>
          </p:cNvPr>
          <p:cNvSpPr txBox="1"/>
          <p:nvPr/>
        </p:nvSpPr>
        <p:spPr>
          <a:xfrm>
            <a:off x="489527" y="177225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2.      PI</a:t>
            </a:r>
            <a:r>
              <a:rPr lang="ko-KR" altLang="en-US" b="1" dirty="0"/>
              <a:t>제어 값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29B2613-DBBF-3AED-3BA3-872912210758}"/>
              </a:ext>
            </a:extLst>
          </p:cNvPr>
          <p:cNvCxnSpPr/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CF9AEE-E062-3BEC-DE06-3FF47295210B}"/>
              </a:ext>
            </a:extLst>
          </p:cNvPr>
          <p:cNvSpPr txBox="1"/>
          <p:nvPr/>
        </p:nvSpPr>
        <p:spPr>
          <a:xfrm>
            <a:off x="334297" y="6927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Inaccurate control (oscillation, overshoot)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E4C5D-F651-9029-6B3E-CF39EDAC4016}"/>
              </a:ext>
            </a:extLst>
          </p:cNvPr>
          <p:cNvSpPr txBox="1"/>
          <p:nvPr/>
        </p:nvSpPr>
        <p:spPr>
          <a:xfrm>
            <a:off x="334297" y="1099705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%% PI Controller %%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kp</a:t>
            </a:r>
            <a:r>
              <a:rPr lang="en-US" altLang="ko-KR" sz="1000" dirty="0"/>
              <a:t> = 0.5 ; % </a:t>
            </a:r>
          </a:p>
          <a:p>
            <a:r>
              <a:rPr lang="en-US" altLang="ko-KR" sz="1000" dirty="0"/>
              <a:t>ki = 0.0001 ;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D864BF3-30A2-2DC7-DF14-F3755C766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200"/>
            <a:ext cx="121920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6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4A56-6B87-50C9-00A3-03F1A2A4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9360E39-7759-A3B9-21C6-2AAFFA4F4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8950"/>
            <a:ext cx="12192000" cy="5880100"/>
          </a:xfrm>
          <a:prstGeom prst="rect">
            <a:avLst/>
          </a:prstGeom>
        </p:spPr>
      </p:pic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3678AA4-6BFB-A4AA-492E-EC607F98AE5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C14CB9D-9F8B-4625-B36E-4300E2929B8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59A6491-2C7F-82E5-E612-AFCB570B0419}"/>
              </a:ext>
            </a:extLst>
          </p:cNvPr>
          <p:cNvSpPr txBox="1"/>
          <p:nvPr/>
        </p:nvSpPr>
        <p:spPr>
          <a:xfrm>
            <a:off x="489527" y="177225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2.      PI</a:t>
            </a:r>
            <a:r>
              <a:rPr lang="ko-KR" altLang="en-US" b="1" dirty="0"/>
              <a:t>제어 값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806FDC8-53E7-CCAC-B6D1-830F8714B1FD}"/>
              </a:ext>
            </a:extLst>
          </p:cNvPr>
          <p:cNvCxnSpPr/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B7C24C6-BFCA-6BDB-7C02-CA093028C257}"/>
              </a:ext>
            </a:extLst>
          </p:cNvPr>
          <p:cNvSpPr txBox="1"/>
          <p:nvPr/>
        </p:nvSpPr>
        <p:spPr>
          <a:xfrm>
            <a:off x="334297" y="6927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Intentional driving failure/extreme disturbances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F3C89-9AFE-8D40-777C-5763364032A2}"/>
              </a:ext>
            </a:extLst>
          </p:cNvPr>
          <p:cNvSpPr txBox="1"/>
          <p:nvPr/>
        </p:nvSpPr>
        <p:spPr>
          <a:xfrm>
            <a:off x="334297" y="1099705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%% PI Controller %%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kp</a:t>
            </a:r>
            <a:r>
              <a:rPr lang="en-US" altLang="ko-KR" sz="1000" dirty="0"/>
              <a:t> = 1 ; % </a:t>
            </a:r>
          </a:p>
          <a:p>
            <a:r>
              <a:rPr lang="en-US" altLang="ko-KR" sz="1000" dirty="0"/>
              <a:t>ki = 0.0001 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0596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42F0-6842-0F9F-704C-7483821E5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ED22C67-C663-5FB4-8BB1-7017098B716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C23CA56-3DF2-7575-629B-0BA95240CEC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89527" y="6174510"/>
            <a:ext cx="11212946" cy="0"/>
          </a:xfrm>
          <a:prstGeom prst="line">
            <a:avLst/>
          </a:prstGeom>
          <a:ln w="57150">
            <a:solidFill>
              <a:srgbClr val="7B7B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E9BE7E-6849-817C-3018-BEB3E1BBB84B}"/>
              </a:ext>
            </a:extLst>
          </p:cNvPr>
          <p:cNvSpPr txBox="1"/>
          <p:nvPr/>
        </p:nvSpPr>
        <p:spPr>
          <a:xfrm>
            <a:off x="489527" y="17722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3.          </a:t>
            </a:r>
            <a:r>
              <a:rPr lang="ko-KR" altLang="en-US" b="1" dirty="0"/>
              <a:t>신경망 피팅 및 오차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E15EF94-FB24-F402-8114-B86EA58CABD4}"/>
              </a:ext>
            </a:extLst>
          </p:cNvPr>
          <p:cNvCxnSpPr/>
          <p:nvPr/>
        </p:nvCxnSpPr>
        <p:spPr>
          <a:xfrm>
            <a:off x="489527" y="692729"/>
            <a:ext cx="11212946" cy="0"/>
          </a:xfrm>
          <a:prstGeom prst="line">
            <a:avLst/>
          </a:prstGeom>
          <a:ln w="57150">
            <a:solidFill>
              <a:srgbClr val="011C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1E5BD3D-AEA8-CA08-E61F-30E329B73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200"/>
            <a:ext cx="12192000" cy="568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71BB15-A358-40EC-2099-6F3FA5184FFD}"/>
              </a:ext>
            </a:extLst>
          </p:cNvPr>
          <p:cNvSpPr txBox="1"/>
          <p:nvPr/>
        </p:nvSpPr>
        <p:spPr>
          <a:xfrm>
            <a:off x="334297" y="7378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First try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EA174-C623-9732-033C-474CD9C5A157}"/>
              </a:ext>
            </a:extLst>
          </p:cNvPr>
          <p:cNvSpPr txBox="1"/>
          <p:nvPr/>
        </p:nvSpPr>
        <p:spPr>
          <a:xfrm>
            <a:off x="334297" y="110516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kp</a:t>
            </a:r>
            <a:r>
              <a:rPr lang="en-US" altLang="ko-KR" sz="1000" dirty="0"/>
              <a:t> = 0.096 ; % </a:t>
            </a:r>
          </a:p>
          <a:p>
            <a:r>
              <a:rPr lang="en-US" altLang="ko-KR" sz="1000" dirty="0"/>
              <a:t>ki = 0.0001 ;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kp</a:t>
            </a:r>
            <a:r>
              <a:rPr lang="en-US" altLang="ko-KR" sz="1000" dirty="0"/>
              <a:t> = 0.5 ; % </a:t>
            </a:r>
          </a:p>
          <a:p>
            <a:r>
              <a:rPr lang="en-US" altLang="ko-KR" sz="1000" dirty="0"/>
              <a:t>ki = 0.0001 ;</a:t>
            </a:r>
          </a:p>
          <a:p>
            <a:endParaRPr lang="en-US" altLang="ko-KR" sz="1200" dirty="0"/>
          </a:p>
          <a:p>
            <a:r>
              <a:rPr lang="en-US" altLang="ko-KR" sz="1000" dirty="0" err="1"/>
              <a:t>errors_net</a:t>
            </a:r>
            <a:r>
              <a:rPr lang="en-US" altLang="ko-KR" sz="1000" dirty="0"/>
              <a:t>=[</a:t>
            </a:r>
            <a:r>
              <a:rPr lang="en-US" altLang="ko-KR" sz="1000" dirty="0" err="1"/>
              <a:t>good_errors</a:t>
            </a:r>
            <a:r>
              <a:rPr lang="en-US" altLang="ko-KR" sz="1000" dirty="0"/>
              <a:t>; </a:t>
            </a:r>
            <a:r>
              <a:rPr lang="en-US" altLang="ko-KR" sz="1000" dirty="0" err="1"/>
              <a:t>mid_errors</a:t>
            </a:r>
            <a:r>
              <a:rPr lang="en-US" altLang="ko-KR" sz="1000" dirty="0"/>
              <a:t>];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vx_net</a:t>
            </a:r>
            <a:r>
              <a:rPr lang="en-US" altLang="ko-KR" sz="1000" dirty="0"/>
              <a:t>=[</a:t>
            </a:r>
            <a:r>
              <a:rPr lang="en-US" altLang="ko-KR" sz="1000" dirty="0" err="1"/>
              <a:t>good_vx</a:t>
            </a:r>
            <a:r>
              <a:rPr lang="en-US" altLang="ko-KR" sz="1000" dirty="0"/>
              <a:t>; </a:t>
            </a:r>
            <a:r>
              <a:rPr lang="en-US" altLang="ko-KR" sz="1000" dirty="0" err="1"/>
              <a:t>mid_vx</a:t>
            </a:r>
            <a:r>
              <a:rPr lang="en-US" altLang="ko-KR" sz="1000" dirty="0"/>
              <a:t>];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Wheel_angle_net</a:t>
            </a:r>
            <a:r>
              <a:rPr lang="en-US" altLang="ko-KR" sz="1000" dirty="0"/>
              <a:t>=[</a:t>
            </a:r>
            <a:r>
              <a:rPr lang="en-US" altLang="ko-KR" sz="1000" dirty="0" err="1"/>
              <a:t>good_angle</a:t>
            </a:r>
            <a:r>
              <a:rPr lang="en-US" altLang="ko-KR" sz="1000" dirty="0"/>
              <a:t>; </a:t>
            </a:r>
            <a:r>
              <a:rPr lang="en-US" altLang="ko-KR" sz="1000" dirty="0" err="1"/>
              <a:t>mid_angle</a:t>
            </a:r>
            <a:r>
              <a:rPr lang="en-US" altLang="ko-KR" sz="1000" dirty="0"/>
              <a:t>];</a:t>
            </a:r>
          </a:p>
          <a:p>
            <a:endParaRPr lang="en-US" altLang="ko-KR" sz="1000" dirty="0"/>
          </a:p>
          <a:p>
            <a:r>
              <a:rPr lang="en-US" altLang="ko-KR" sz="1000" dirty="0"/>
              <a:t>u=[</a:t>
            </a:r>
            <a:r>
              <a:rPr lang="en-US" altLang="ko-KR" sz="1000" dirty="0" err="1"/>
              <a:t>vx_net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errors_net</a:t>
            </a:r>
            <a:r>
              <a:rPr lang="en-US" altLang="ko-KR" sz="1000" dirty="0"/>
              <a:t>];</a:t>
            </a:r>
          </a:p>
          <a:p>
            <a:r>
              <a:rPr lang="en-US" altLang="ko-KR" sz="1000" dirty="0"/>
              <a:t>v=</a:t>
            </a:r>
            <a:r>
              <a:rPr lang="en-US" altLang="ko-KR" sz="1000" dirty="0" err="1"/>
              <a:t>Wheel_angle_net</a:t>
            </a:r>
            <a:r>
              <a:rPr lang="en-US" altLang="ko-KR" sz="1000" dirty="0"/>
              <a:t>(:,1);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nnstart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4083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206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217</Words>
  <Application>Microsoft Office PowerPoint</Application>
  <PresentationFormat>와이드스크린</PresentationFormat>
  <Paragraphs>54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Bahnschrift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정준호</dc:creator>
  <cp:lastModifiedBy>LEEHOJUN</cp:lastModifiedBy>
  <cp:revision>21</cp:revision>
  <dcterms:created xsi:type="dcterms:W3CDTF">2024-12-04T02:13:15Z</dcterms:created>
  <dcterms:modified xsi:type="dcterms:W3CDTF">2026-05-03T14:38:42Z</dcterms:modified>
</cp:coreProperties>
</file>